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4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63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82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2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97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1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67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5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36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6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7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1987A-B5FF-44B8-9C42-0D1586E29B48}" type="datetimeFigureOut">
              <a:rPr lang="en-IN" smtClean="0"/>
              <a:t>04-06-2020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6550D-88B7-4FCF-8E83-79F665479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1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Git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Made by Kinshuk </a:t>
            </a:r>
            <a:r>
              <a:rPr lang="en-US" smtClean="0"/>
              <a:t>Arun Saraswat</a:t>
            </a:r>
            <a:endParaRPr lang="en-IN"/>
          </a:p>
        </p:txBody>
      </p:sp>
      <p:sp>
        <p:nvSpPr>
          <p:cNvPr id="4" name="expertsource_setting_footer"/>
          <p:cNvSpPr txBox="1"/>
          <p:nvPr/>
        </p:nvSpPr>
        <p:spPr>
          <a:xfrm>
            <a:off x="5182996" y="6477000"/>
            <a:ext cx="1648208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IN" sz="1000" smtClean="0">
                <a:solidFill>
                  <a:srgbClr val="000000"/>
                </a:solidFill>
                <a:latin typeface="Tahoma" panose="020B0604030504040204" pitchFamily="34" charset="0"/>
              </a:rPr>
              <a:t>COMVIVA CONFIDENTIAL</a:t>
            </a:r>
            <a:endParaRPr lang="en-IN" sz="1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80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Klassify>
  <SNO>1</SNO>
  <KDate>2020-06-04 00:29:21</KDate>
  <Classification>COMVIVA CONFIDENTIAL</Classification>
  <HostName>MCGL-7259</HostName>
  <Domain_User>COMVIVA/kinshuk.saraswat</Domain_User>
  <IPAdd>192.168.1.20</IPAdd>
  <FilePath>C:\Comviva\Work\Trainings Given\Git\Git Presentation.pptx</FilePath>
  <KID>98AF657CE7D7637268273618060749</KID>
  <UniqueName/>
  <Suggested/>
  <Justification/>
</Klassify>
</file>

<file path=customXml/itemProps1.xml><?xml version="1.0" encoding="utf-8"?>
<ds:datastoreItem xmlns:ds="http://schemas.openxmlformats.org/officeDocument/2006/customXml" ds:itemID="{6038048E-7A58-4392-BDCD-33156EB9D35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Office Theme</vt:lpstr>
      <vt:lpstr>Introduction to Git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Git</dc:title>
  <dc:creator>Kinshuk Arun Saraswat</dc:creator>
  <cp:lastModifiedBy>Kinshuk Arun Saraswat</cp:lastModifiedBy>
  <cp:revision>1</cp:revision>
  <dcterms:created xsi:type="dcterms:W3CDTF">2020-06-03T18:58:52Z</dcterms:created>
  <dcterms:modified xsi:type="dcterms:W3CDTF">2020-06-03T18:59:22Z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COMVIVA CONFIDENTIAL</vt:lpwstr>
  </property>
  <property fmtid="{D5CDD505-2E9C-101B-9397-08002B2CF9AE}" pid="3" name="Rules">
    <vt:lpwstr/>
  </property>
  <property fmtid="{D5CDD505-2E9C-101B-9397-08002B2CF9AE}" pid="4" name="KID">
    <vt:lpwstr>98AF657CE7D7637268273618060749</vt:lpwstr>
  </property>
</Properties>
</file>